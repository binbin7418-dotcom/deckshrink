
<file path=[Content_Types].xml>""<?xml version="1.0" encoding="UTF-8" standalone="yes"?>
<Types xmlns="http://schemas.openxmlformats.org/package/2006/content-types"><Default Extension="rels" ContentType="application/vnd.openxmlformats-package.relationships+xml"/><Default Extension="xml" ContentType="application/xml"/><Default Extension="jpeg" ContentType="image/jpeg"/><Default Extension="png" ContentType="image/png"/><Override PartName="/ppt/presentation.xml" ContentType="application/vnd.openxmlformats-officedocument.presentationml.presentation.main+xml"/><Override PartName="/ppt/slides/slide1.xml" ContentType="application/vnd.openxmlformats-officedocument.presentationml.slide+xml"/></Types>
</file>

<file path=_rels/.rels>""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""<?xml version="1.0" encoding="UTF-8" standalone="yes"?>
<p:presentation xmlns:p="http://schemas.openxmlformats.org/presentationml/2006/main"><p:sldIdLst><p:sldId id="256" r:id="rId1" xmlns:r="http://schemas.openxmlformats.org/officeDocument/2006/relationships"/></p:sldIdLst></p:presentation>
</file>

<file path=ppt/slides/slide1.xml>""<?xml version="1.0" encoding="UTF-8" standalone="yes"?>
<p:sld xmlns:p="http://schemas.openxmlformats.org/presentationml/2006/main"><p:cSld><p:spTree><p:pic><p:cNvPr id="2" name="big photo"/></p:pic></p:spTree></p:cSld></p:sld>
</file>

<file path=docProps/core.xml>""<?xml version="1.0" encoding="UTF-8" standalone="yes"?>
<cp:coreProperties xmlns:cp="http://schemas.openxmlformats.org/package/2006/metadata/core-properties"><dc:title>Seed Deck</dc:title></cp:coreProperties>
</file>